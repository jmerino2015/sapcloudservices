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</a:rPr>
              <a:t>Implementación de SAP HANA WMS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Enfoque integral en Almacén Lurín: Recepción contra OC, Putaway por slotting, Picking por olas, Unidades de Manipulación (HU) y conectividad Fiori 100% en tiempo real.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Recepción &amp; Putaway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Automatizada contra OC y HU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Picking &amp; Packing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JM HOLDING: Líderes en Integración y Tecnología Logística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10+ Años de Experiencia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Impulsando la optimización operativa con consultores senior certificados en SAP S/4HANA Cloud, EWM y arquitecturas Fiori.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Ecosistema Cloud &amp; SAP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Expertos en arquitecturas SAP S/4HANA (Private/Public Cloud), FES 2022, OData Gateway e infraestructuras certificadas.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Propuesta de Valor Única &amp; Casos de Éxito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Combinamos talento SAP certificado con aceleradores BTP y FIORI, ofreciendo recursos y soluciones en un solo proveedor.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Desarrollamos extensiones desacopladas que evitan el lock-in, facilitan actualizaciones y reducen complejidad.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Kits de aceleración y pruebas automatizadas que reducen hasta un 30% el time-to-market sin descuidar el código.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Empresas que confían en nuestro expertise: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Jerarquía de Almacén en Sistema WMS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1. Número de Almacén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Unidad organizativa principal. Controla parámetros globales: pesos, unidades de medida y gestión de unidades de almacén (SU / Pallets).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2. Tipo de Almacén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División física (Racks, Bulk, Picking). Define estrategias de entrada/salida y si se requiere confirmación de las órdenes de transporte.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1. Recepción y Ubicación (Putaway)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Validación de OC, ingreso de mercancía, control de lotes y fechas de vencimiento. Sugerencia de ubicación automática en base a slotting.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Recepción de pedido. Se genera stock en tipo de almacén intermedio (ej. 902).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Documento TR generado automáticamente que indica la necesidad de mover stock.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Creación de la TO. El sistema aplica estrategias para proponer el bin destino.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El operario confirma. El stock pasa del interim a la ubicación final real.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2. Preparación de Pedidos (Picking)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Picking guiado por terminal móvil agrupado por olas. Cálculo de ruta más corta y despacho rápido en zona de staging.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Creación de Entrega de Salida. Disparador para la actividad de almacén.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Generación de TO aplicando estrategias de selección (FIFO / FEFO).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Mover stock a zona de expedición (916) vinculada al número de entrega.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Cierre de entrega. El stock desaparece legal y físicamente del ERP.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3. Inventario Cíclico y Físico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Conteos cíclicos y físicos directos desde el pasillo sin detener la operación. Registro inmediato de diferencias y ajustes en SAP.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Doc. Inventario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Bloqueo de Bins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Resultados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Entrada conteo piezas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Consideraciones Cartavio: Propuestas de Mejora de Procesos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Situación donde el producto no sale físicamente del almacén al momento de la venta.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Realizar una ampliación dentro de WM que permita bloquear las ubicaciones donde todavía hay producto físico pero no en SAP, omitiéndolas en la determinación de ubicaciones libres.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Cambio del proceso de facturación para no requerir la entrega contabilizada, manteniendo el stock en la ubicación correcta y evitando reprocesos.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Consolidación y picking optimizado de remanentes o fracciones.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Determinar un área específica físicamente para manejar los saldos de todos los grupos de productos donde se puedan consolidar en una zona única.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El Problema vs. La Solución WMS Web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Registro tardío de movimientos en ERP, digitación manual de ubicaciones/lotes y alta tasa de errores en picking.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Falta de optimización en rutas de picking, procesos de preparación secuenciales y demoras en despacho.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Diferencias entre el inventario físico y SAP, stock "perdido" en ubicaciones y retraso en conteos cíclicos.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Aplicación web adaptable a terminales RF (pistolas), tablets y móviles, con interfaz Fiori moderna y simplificada.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Lectura directa de códigos de barras (EAN, GS1), lotes y ubicaciones, validando en tiempo real contra SAP.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Dashboard de Control y KPIs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EFICIENCIA OPERATIVA: PEDIDOS PERFECTOS (OTIF)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SLA DE CICLO LOGÍSTICO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Notificaciones y Comunicación Proactiva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Centro de Notificaciones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Email Automation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Comentarios y Adjuntos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Arquitectura de Integración Logística (EWM / S/4HANA)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S/4HANA Cloud (Public/Private)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HANA DB (64-128 GB RAM) con EWM/WM embebido, Stock Room Management en Almacén Lurín e integración MM/SD/FI.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SAP FES 2022 &amp; Gateway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Servicios OData REST con SAP_UI 7.57 y SAPUI5 (≥ 1.102) para comunicación fluida sin cuellos de botella.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Plan de Trabajo WMS/EWM por Fases (S1 - S14)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F2"/>
                </a:solidFill>
              </a:rPr>
              <a:t>¿Por Qué JM HOLDING? &amp; Próximos Pasos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NUESTRO DIFERENCIADOR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Consultor Sr EWM, Basis/Cloud, FI/MM, Arquitecto ABAP (Líder Técnico) y PM dedicados al éxito del proyecto.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Para personalizar reportes, formularios y programas Z identificados durante la etapa Explore.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Acompañamiento hypercare para asegurar la estabilidad operativa y resolver cualquier incidencia sin costo adicional.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PLAN DE ARRANQUE RECOMENDADO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JMO</dc:title>
  <dc:subject>PptxGenJS Presentation</dc:subject>
  <dc:creator>JM Holding</dc:creator>
  <cp:lastModifiedBy>JM Holding</cp:lastModifiedBy>
  <cp:revision>1</cp:revision>
  <dcterms:created xsi:type="dcterms:W3CDTF">2026-08-05T02:21:54Z</dcterms:created>
  <dcterms:modified xsi:type="dcterms:W3CDTF">2026-08-05T02:21:54Z</dcterms:modified>
</cp:coreProperties>
</file>